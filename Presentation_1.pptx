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보험·계리 파이프라인 비주얼 빌더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 + TypeScript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743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2743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743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7432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pptxgenjs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드래그&amp;드롭으로 보험료 산출 파이프라인을 시각적으로 구성하고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자동으로 파이프라인을 생성·설명합니다.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2026.03.30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618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 소개 및 핵심 가치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&amp; 파이프라인 편집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 모듈 배치 및 연결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라이브러리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3000" y="3630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데이터·ML·보험 계리 모듈 전체 목록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" y="4636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실행·미리보기·결과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212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3035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5257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생성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" y="5641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자동 파이프라인 설계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188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2801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편집기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32120" y="1618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기반 파이프라인 정의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2860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32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관리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532120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저장·불러오기·공유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3212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 보고서 내보내기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532120" y="3630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결과 슬라이드 자동 생성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4206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42976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3212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요약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846320" y="5212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53035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532120" y="5257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Flow는 보험·계리 계산 파이프라인을 시각적으로 설계·실행·보고하는 올인원 플랫폼입니다.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9385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파이프라인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모듈을 캔버스에 배치하고 연결선으로 데이터 흐름 정의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32120" y="19385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설계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입력 또는 데이터 업로드만으로 Gemini AI가 파이프라인 생성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39502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특화 모듈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생명보험료·준비금·재보험 XoL 가격 산출 전용 모듈 내장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38404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32120" y="39502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보고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45262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결과를 버튼 한 번으로 .pptx 슬라이드로 내보내기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&amp; 파이프라인 편집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3441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&amp; 드롭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툴박스에서 모듈을 캔버스로 드래그하여 배치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40680" y="13441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연결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8928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모듈의 출력 포트 → 다음 모듈의 입력 포트를 드래그로 연결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설정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클릭 → 속성 패널에서 파라미터 실시간 편집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↩️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40680" y="30358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취소/다시 실행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35844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무제한 히스토리 Undo/Redo 지원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43000" y="47274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줌 인/아웃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527608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확대·축소 및 전체 화면 맞춤 보기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4617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40680" y="47274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/ 라이트 모드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46320" y="527608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전환으로 작업 환경 최적화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라이브러리  ①  데이터 전처리 &amp; 머신러닝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데이터 처리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LoadData (CSV/Excel 로드)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SelectData (컬럼 선택)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Statistics (기술통계)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5818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HandleMissingValues (결측치 처리)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165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NormalizeData (정규화)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749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SplitData (학습/검증 분리)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7332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TransformData / ResampleData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머신러닝 모델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783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LinearRegression / LogisticRegression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2459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4414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DecisionTree / RandomForest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31181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09981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SVM / KNN / NaiveBayes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75818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LDA (선형판별분석)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4165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KMeans / HierarchicalClustering / DBSCAN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50749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PCA (주성분분석)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57332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TrainModel → ScoreModel → EvaluateModel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라이브러리  ②  보험·계리 특화 모듈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🏦 생명보험료 산출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DefinePolicyInfo — 계약자 정보 입력 (나이·성별·보험기간 등)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SelectRiskRates — 위험률표 선택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CalculateSurvivors — 생존자 수 계산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5818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NxMxCalculator — Nx·Mx 계수 산출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165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PremiumComponent — 보험료 구성 요소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749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NetPremiumCalculator — 순보험료 산출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7332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GrossPremiumCalculator — 영업보험료 산출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♻️ 재보험 &amp; 준비금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783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FitLossDistribution — 손해 분포 피팅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459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4414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GenerateExposureCurve — 익스포저 커브 생성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31181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09981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DefineXolContract — XoL 계약 정의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75818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PriceXoLLayer / PriceXolContract — XoL 층 가격 산출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4165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CalculateCededLoss — 출재 손해 계산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50749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ReserveCalculator — 준비금 산출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57332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ScenarioRunner — 시나리오별 민감도 분석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배치 &amp; 연결 완료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버튼 클릭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487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툴바 Run 버튼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 실행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487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모듈별 상태 실시간 표시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(대기→실행→성공/오류)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1965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미리보기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487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모듈 클릭 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데이터·차트·수치 확인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미리보기 모달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DataPreview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형식 데이터 미리보기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886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Statistics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평균·분산·분포 통계 요약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886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EvaluationPreview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정확도·AUC·혼동행렬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029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NetPremiumPreview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5532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 산출 결과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5029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📉 XoLPricePreview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83280" y="5532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XoL 층별 가격 산출 결과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5029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🔢 AdditionalVariables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5532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변수 미리보기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생성  (Gemini AI)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설명 또는 데이터 업로드만으로 Gemini AI가 최적 파이프라인을 자동 설계합니다.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목표 기반 생성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5915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분석 목표 텍스트 입력 (예: '종신보험 순보험료 산출')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Gemini AI가 필요 모듈·순서 추론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85876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DSL 형태로 파이프라인 반환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6085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캔버스에 자동 배치 완료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7373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데이터 기반 생성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212848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35915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CSV/Excel 파일 업로드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10896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컬럼 구조·데이터 타입 자동 인식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85876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데이터에 맞는 전처리+모델 파이프라인 추천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46085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추천 파이프라인 바로 적용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566928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7150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AIPlanDisplayModal — AI가 설계한 파이프라인 계획을 단계별로 시각화하여 사용자가 확인 후 적용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편집기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파이프라인을 텍스트 DSL로 직접 정의하거나 편집합니다. 캔버스 ↔ DSL 양방향 변환을 지원합니다.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1E1E2E"/>
          </a:solidFill>
          <a:ln w="15240">
            <a:solidFill>
              <a:srgbClr val="33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DSL 예시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WholeLifePremium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LoadData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"Risk_Rates_Whole.csv"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DefinePolicyInfo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entryAge: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gender: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"Male"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NetPremiumCalculator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LoadData → DefinePolicyInfo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DefinePolicyInfo → NetPremiumCalculator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9202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모듈별 인라인 편집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350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모듈 옆 편집 버튼으로 해당 블록만 수정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292608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↔ DSL 동기화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33558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저장 시 캔버스 자동 업데이트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39319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복사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4361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텍스트 클립보드 복사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49377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0" y="4983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구문 검증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5367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모듈명·연결 오류 즉시 표시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관리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사용하는 파이프라인을 샘플로 저장하고, 재사용하거나 팀과 공유합니다.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저장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.lifx 확장자 파일로 로컬 저장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언제든 재로드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공유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샘플 목록에 업로드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팀원과 바로 공유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636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작업 보존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1089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작업 상태 자동 저장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재시작 후 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389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0292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불러오기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55321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모달에서 선택 후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캔버스에 즉시 로드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42062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4389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8328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편집·삭제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55321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이름·설명·첨부파일 수정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관리자용 삭제 기능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2062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4389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6364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필터·검색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55321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카테고리·이름으로 필터링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샘플 탐색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 보고서 내보내기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완료 후 버튼 한 번으로 산출 근거를 .pptx 슬라이드로 내보냅니다.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완료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2402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"PPT 보고서" 버튼 활성화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2402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17720" y="173736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중 (2~4초)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766560" y="173736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9208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자동 다운로드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보고서에 포함되는 내용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69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4050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구조 요약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480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목록·연결 관계 도식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977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069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31920" y="4050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모듈 파라미터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4480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입력값·설정 전체 기록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977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069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12280" y="4050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모듈별 출력 데이터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4480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결과·통계 테이블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5120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212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51560" y="5193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보험료 결과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5623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순보험료·영업보험료 수치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46120" y="5120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5212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931920" y="5193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가격 결과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31920" y="5623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XoL 층별 Rate 산출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5120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212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🏷️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812280" y="5193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 자동 지정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12280" y="5623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{상품명}_보험료산출보고서.pptx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023360" cy="2084832"/>
          </a:xfrm>
          <a:prstGeom prst="roundRect">
            <a:avLst>
              <a:gd name="adj" fmla="val 350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React 19 (최신 Concurrent 기능)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219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TypeScript 5.8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8833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Vite 6 (빌드 도구)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TailwindCSS (스타일링)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023360" cy="2084832"/>
          </a:xfrm>
          <a:prstGeom prst="roundRect">
            <a:avLst>
              <a:gd name="adj" fmla="val 350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556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Google Gemini API (@google/genai)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2219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프롬프트 기반 DSL 생성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68833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데이터 분석 자동 추천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862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/ DB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361688"/>
            <a:ext cx="4023360" cy="2084832"/>
          </a:xfrm>
          <a:prstGeom prst="roundRect">
            <a:avLst>
              <a:gd name="adj" fmla="val 350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531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Express.js (로컬 API 서버)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91947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better-sqlite3 (로컬 SQLite)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38581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Supabase (공유 샘플 DB)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8521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multer (파일 업로드)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88620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8862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/ 보고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4361688"/>
            <a:ext cx="4023360" cy="2084832"/>
          </a:xfrm>
          <a:prstGeom prst="roundRect">
            <a:avLst>
              <a:gd name="adj" fmla="val 3509"/>
            </a:avLst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4531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pptxgenjs (PPT 생성)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491947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xlsx (Excel 처리)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538581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mammoth (Word → Markdown)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보험·계리 파이프라인 비주얼 빌더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 비주얼 파이프라인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36118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자동 생성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36118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결과 보고 자동화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AA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 / life-matrix-flow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2026-03-30T04:23:04Z</dcterms:created>
  <dcterms:modified xsi:type="dcterms:W3CDTF">2026-03-30T04:23:04Z</dcterms:modified>
</cp:coreProperties>
</file>