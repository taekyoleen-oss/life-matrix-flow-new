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12188952" cy="82296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A5C8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 보험료 자동 산출 시스템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359152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7FB3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파이프라인 기반 · 계리 계산 자동화 · AI 파이프라인 생성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4B8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 로드  →  교환함수 계산  →  순보험료  →  영업보험료  →  적립금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041648"/>
            <a:ext cx="1920240" cy="457200"/>
          </a:xfrm>
          <a:prstGeom prst="rect">
            <a:avLst/>
          </a:prstGeom>
          <a:solidFill>
            <a:srgbClr val="1A32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41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React 19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16352" y="4041648"/>
            <a:ext cx="1920240" cy="457200"/>
          </a:xfrm>
          <a:prstGeom prst="rect">
            <a:avLst/>
          </a:prstGeom>
          <a:solidFill>
            <a:srgbClr val="1A32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4041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🔷 TypeScript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01184" y="4041648"/>
            <a:ext cx="1920240" cy="457200"/>
          </a:xfrm>
          <a:prstGeom prst="rect">
            <a:avLst/>
          </a:prstGeom>
          <a:solidFill>
            <a:srgbClr val="1A32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4041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Gemini AI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86016" y="4041648"/>
            <a:ext cx="1920240" cy="457200"/>
          </a:xfrm>
          <a:prstGeom prst="rect">
            <a:avLst/>
          </a:prstGeom>
          <a:solidFill>
            <a:srgbClr val="1A32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6016" y="4041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 Supabase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70848" y="4041648"/>
            <a:ext cx="1920240" cy="457200"/>
          </a:xfrm>
          <a:prstGeom prst="rect">
            <a:avLst/>
          </a:prstGeom>
          <a:solidFill>
            <a:srgbClr val="1A32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0848" y="4041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pptxgenjs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생명보험 계리 플랫폼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115568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115568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4128" y="1552560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파이프라인 보험료 산출 시스템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024128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1364" y="1115568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1364" y="1115568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90004" y="1115568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캔버스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90004" y="1552560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&amp; 드롭 파이프라인 편집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068373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159813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59813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2159813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설정 &amp; 위험률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24128" y="2596805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정보·위험률 로드·기준 설정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1636" y="2068373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1364" y="2159813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1364" y="2159813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90004" y="2159813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교환함수 계산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90004" y="2596805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생존자수 → Cx/Nx/Mx → NNX/MMX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112618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204058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204058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24128" y="3204058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 &amp; 영업보험료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24128" y="3641049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 기반 자동 산출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1636" y="3112618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1364" y="3204058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1364" y="3204058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90004" y="3204058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적립금 &amp; 시나리오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890004" y="3641049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책임준비금 계산·다중 시나리오 실행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4156862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4248302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248302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24128" y="4248302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자동 생성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24128" y="4685294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 기반 목표 기반 구성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31636" y="4156862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41364" y="4248302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1364" y="4248302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90004" y="4248302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에디터 &amp; 샘플 라이브러리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890004" y="4685294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기반 편집·Supabase 샘플 관리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5201107"/>
            <a:ext cx="5591556" cy="97109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" y="5292547"/>
            <a:ext cx="457200" cy="534101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5292547"/>
            <a:ext cx="457200" cy="53410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24128" y="5292547"/>
            <a:ext cx="4823460" cy="4369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&amp; 기술 스택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024128" y="5729539"/>
            <a:ext cx="4823460" cy="38843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설명서·슬라이드 보고서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앱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Flow는 위험률 로드부터 순보험료·영업보험료·책임준비금까지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생명보험 보험료 산출 과정을 비주얼 파이프라인으로 자동화합니다.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5646420" cy="22082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755648"/>
            <a:ext cx="5390388" cy="772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비주얼 파이프라인 빌더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" y="2583409"/>
            <a:ext cx="5390388" cy="11976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&amp; 드롭으로 계산 모듈 배치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 연결로 데이터 흐름 구성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실행 및 결과 즉시 확인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6772" y="1664208"/>
            <a:ext cx="5646420" cy="22082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4788" y="1755648"/>
            <a:ext cx="5390388" cy="772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🧮  계리 전문 모듈 라이브러리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04788" y="2583409"/>
            <a:ext cx="5390388" cy="11976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교환함수(Cx·Nx·Mx·NNX·MMX)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순보험료·영업보험료 수식 산출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책임준비금·시나리오 분석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963924"/>
            <a:ext cx="5646420" cy="22082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4055364"/>
            <a:ext cx="5390388" cy="772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파이프라인 자동 생성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" y="4883125"/>
            <a:ext cx="5390388" cy="11976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 기반 목표 입력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"40세 남성 종신보험 보험료" 입력만으로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파이프라인 자동 구성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6772" y="3963924"/>
            <a:ext cx="5646420" cy="220827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4788" y="4055364"/>
            <a:ext cx="5390388" cy="7728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보고서 &amp; 샘플 관리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4788" y="4883125"/>
            <a:ext cx="5390388" cy="11976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설명서 자동 생성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 슬라이드 보고서 출력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Supabase/로컬 샘플 라이브러리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비주얼 파이프라인 캔버스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447483" cy="1655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115568"/>
            <a:ext cx="2191451" cy="57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🖱️  드래그 &amp; 드롭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93776" y="1749704"/>
            <a:ext cx="2191451" cy="838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툴박스에서 모듈 드래그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캔버스에 배치·이름 편집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9547" y="1024128"/>
            <a:ext cx="2447483" cy="1655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7563" y="1115568"/>
            <a:ext cx="2191451" cy="57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포트 연결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87563" y="1749704"/>
            <a:ext cx="2191451" cy="838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포트 → 입력 포트 드래그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호환 자동 검증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2447483" cy="1655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862072"/>
            <a:ext cx="2191451" cy="57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▶️  실행 &amp; 결과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3776" y="3496208"/>
            <a:ext cx="2191451" cy="838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순서대로 자동 실행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모듈 결과 팝업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59547" y="2770632"/>
            <a:ext cx="2447483" cy="1655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7563" y="2862072"/>
            <a:ext cx="2191451" cy="57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↩️  실행 취소/다시 실행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87563" y="3496208"/>
            <a:ext cx="2191451" cy="838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Undo / Redo 지원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Ctrl+Z / Ctrl+Y 단축키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517136"/>
            <a:ext cx="2447483" cy="1655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608576"/>
            <a:ext cx="2191451" cy="57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줌 &amp; 이동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3776" y="5242712"/>
            <a:ext cx="2191451" cy="838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줌 인/아웃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보기 자동 맞춤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59547" y="4517136"/>
            <a:ext cx="2447483" cy="16550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7563" y="4608576"/>
            <a:ext cx="2191451" cy="579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📦  그룹 &amp; 레이어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087563" y="5242712"/>
            <a:ext cx="2191451" cy="838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그룹으로 묶기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레이어 패널 탐색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35630" y="1024128"/>
            <a:ext cx="6187562" cy="519379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2790" y="1133856"/>
            <a:ext cx="591324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인터페이스 구성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745358" y="1527048"/>
            <a:ext cx="5968106" cy="88331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6798" y="1563624"/>
            <a:ext cx="5785226" cy="44165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🧰 툴박스 (좌측)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36798" y="2005279"/>
            <a:ext cx="5785226" cy="3709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계리 계산 모듈 카탈로그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45358" y="2465222"/>
            <a:ext cx="5968106" cy="883310"/>
          </a:xfrm>
          <a:prstGeom prst="rect">
            <a:avLst/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6798" y="2501798"/>
            <a:ext cx="5785226" cy="44165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캔버스 (중앙)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36798" y="2943454"/>
            <a:ext cx="5785226" cy="3709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배치·포트 연결·실행 상태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45358" y="3403397"/>
            <a:ext cx="5968106" cy="883310"/>
          </a:xfrm>
          <a:prstGeom prst="rect">
            <a:avLst/>
          </a:prstGeom>
          <a:solidFill>
            <a:srgbClr val="FEF9C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6798" y="3439973"/>
            <a:ext cx="5785226" cy="44165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⚙️ 속성 패널 (우측)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36798" y="3881628"/>
            <a:ext cx="5785226" cy="3709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선택한 모듈 파라미터 편집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45358" y="4341571"/>
            <a:ext cx="5968106" cy="883310"/>
          </a:xfrm>
          <a:prstGeom prst="rect">
            <a:avLst/>
          </a:prstGeom>
          <a:solidFill>
            <a:srgbClr val="FCE7F3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6798" y="4378147"/>
            <a:ext cx="5785226" cy="44165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레이어 패널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836798" y="4819802"/>
            <a:ext cx="5785226" cy="3709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계층 탐색 및 선택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45358" y="5279746"/>
            <a:ext cx="5968106" cy="883310"/>
          </a:xfrm>
          <a:prstGeom prst="rect">
            <a:avLst/>
          </a:prstGeom>
          <a:solidFill>
            <a:srgbClr val="F3E8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36798" y="5316322"/>
            <a:ext cx="5785226" cy="441655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💻 터미널 패널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836798" y="5757977"/>
            <a:ext cx="5785226" cy="3709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로그·코드 스니펫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계약 설정 &amp; 위험률 준비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 산출의 첫 단계 — 계약 조건을 정의하고 위험률을 불러와 산출 기준을 수립합니다.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218334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17904"/>
            <a:ext cx="210860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Define Policy Info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1916582"/>
            <a:ext cx="2108606" cy="23408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5C8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기본 정보 입력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4094" y="164592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75534" y="1463040"/>
            <a:ext cx="2218334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0398" y="1517904"/>
            <a:ext cx="210860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 Load Risk Rates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30398" y="1916582"/>
            <a:ext cx="2108606" cy="23408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5C8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위험률 파일 로드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3869" y="164592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85309" y="1463040"/>
            <a:ext cx="2218334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0173" y="1517904"/>
            <a:ext cx="210860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🔨  Rating Basis Builder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0173" y="1916582"/>
            <a:ext cx="2108606" cy="23408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5C8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보험기간·현가계수 적용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03643" y="164592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95083" y="1463040"/>
            <a:ext cx="2218334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9947" y="1517904"/>
            <a:ext cx="210860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 Rate Modifier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49947" y="1916582"/>
            <a:ext cx="2108606" cy="23408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5C8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 수식 보정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13418" y="164592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4858" y="1463040"/>
            <a:ext cx="2218334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9722" y="1517904"/>
            <a:ext cx="210860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 산출 준비 완료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59722" y="1916582"/>
            <a:ext cx="2108606" cy="23408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5C8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교환함수 계산 진행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359152"/>
            <a:ext cx="2754630" cy="38130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450592"/>
            <a:ext cx="2535174" cy="106765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Define Policy Info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" y="3573109"/>
            <a:ext cx="2535174" cy="22115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계약자 나이·성별·보험기간 설정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납입기간·예정이율(할인율) 입력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α₁·α₂·β₁·β₂·β′·γ 기본값 설정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복수 특약(라이더) 개별 설정 가능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66694" y="2359152"/>
            <a:ext cx="2754630" cy="38130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6422" y="2450592"/>
            <a:ext cx="2535174" cy="106765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 Load Risk Rates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76422" y="3573109"/>
            <a:ext cx="2535174" cy="22115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CSV 파일에서 위험률 테이블 로드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사망률·발생률·해약률 지원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연령·성별 컬럼 자동 인식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미리보기 및 컬럼 필터링 지원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67628" y="2359152"/>
            <a:ext cx="2754630" cy="38130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7356" y="2450592"/>
            <a:ext cx="2535174" cy="106765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🔨  Rating Basis Builder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77356" y="3573109"/>
            <a:ext cx="2535174" cy="22115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계약 나이·성별 기준 필터링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보험기간·납입기간 슬라이싱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예정이율 기반 현가계수(vₓ) 자동 계산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복수 위험률 동시 선택 가능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68562" y="2359152"/>
            <a:ext cx="2754630" cy="38130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78290" y="2450592"/>
            <a:ext cx="2535174" cy="106765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 Rate Modifier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78290" y="3573109"/>
            <a:ext cx="2535174" cy="22115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기존 컬럼에 수식 적용 신규 열 생성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예) 사망률 × 보험금액 → 가중 위험률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복수 수식 체인 적용 가능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결과 테이블 즉시 미리보기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교환함수 단계별 계산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생존자수부터 NNX·MMX까지 — 순보험료 산출에 필요한 모든 교환함수를 단계별로 자동 계산합니다.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174443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17904"/>
            <a:ext cx="20647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생존자수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40203" y="1650492"/>
            <a:ext cx="1463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86507" y="1463040"/>
            <a:ext cx="2174443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1371" y="1517904"/>
            <a:ext cx="20647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· Cx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청구함수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0950" y="1650492"/>
            <a:ext cx="1463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07254" y="1463040"/>
            <a:ext cx="2174443" cy="749808"/>
          </a:xfrm>
          <a:prstGeom prst="rect">
            <a:avLst/>
          </a:prstGeom>
          <a:solidFill>
            <a:srgbClr val="036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2118" y="1517904"/>
            <a:ext cx="20647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 · Mx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통환함수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81698" y="1650492"/>
            <a:ext cx="1463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28002" y="1463040"/>
            <a:ext cx="2174443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2866" y="1517904"/>
            <a:ext cx="20647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NNX · MMX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집계함수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2445" y="1650492"/>
            <a:ext cx="1463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48749" y="1463040"/>
            <a:ext cx="2174443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3613" y="1517904"/>
            <a:ext cx="20647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2377440"/>
            <a:ext cx="2754630" cy="3794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468880"/>
            <a:ext cx="2535174" cy="106253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👥  Survivors Calculator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" y="3586277"/>
            <a:ext cx="253517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lx (생존자수) 연도별 계산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단일/복수 위험률 동시 처리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사망자수(dx) 자동 산출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고정 초기 생존자 수(l₀) 설정 가능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66694" y="2377440"/>
            <a:ext cx="2754630" cy="3794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6422" y="2468880"/>
            <a:ext cx="2535174" cy="106253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 Claims Calculator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76422" y="3586277"/>
            <a:ext cx="253517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dx·보험금 기반 청구액 계산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현가계수 적용 Cx 산출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복수 보장 항목 병렬 계산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교환함수 Dx 동시 계산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67628" y="2377440"/>
            <a:ext cx="2754630" cy="3794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7356" y="2468880"/>
            <a:ext cx="2535174" cy="106253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🔢  Nx Mx Calculator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77356" y="3586277"/>
            <a:ext cx="253517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Dx 누적합 → Nx 통환함수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Cx 누적합 → Mx 통환함수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납입공제 옵션(0 / 0.25 / 0.5)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연도별 지급비율 설정 지원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68562" y="2377440"/>
            <a:ext cx="2754630" cy="3794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78290" y="2468880"/>
            <a:ext cx="2535174" cy="106253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NNX MMX Calculator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78290" y="3586277"/>
            <a:ext cx="253517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Nx 누적합 → NNX 집계함수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Mx 기반 MMX(BPV) 계산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복수 보장 항목 통합 집계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보험료 산출 수식에 직접 활용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순보험료 &amp; 영업보험료 산출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618988" cy="5193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133856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🧮 순보험료 계산기 (Net Premium Calculator)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3776" y="1627632"/>
            <a:ext cx="5362956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700784"/>
            <a:ext cx="5362956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73936"/>
            <a:ext cx="52532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 = MMX_사망 / NNX_사망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2386584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정의 수식으로 순보험료 계산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2916936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NNX·MMX·추가변수 자동 대입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3447288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수식 미리보기: 숫자 대입 결과 확인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3977640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변수명 충돌 자동 검출 및 알림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" y="4507992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순보험료(PP) 결과 다음 모듈로 전달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04204" y="1024128"/>
            <a:ext cx="5618988" cy="5193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2220" y="1133856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💵 영업보험료 계산기 (Gross Premium Calculator)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32220" y="1627632"/>
            <a:ext cx="5362956" cy="18288"/>
          </a:xfrm>
          <a:prstGeom prst="rect">
            <a:avLst/>
          </a:prstGeom>
          <a:solidFill>
            <a:srgbClr val="BBF7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2220" y="1700784"/>
            <a:ext cx="5362956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7084" y="1773936"/>
            <a:ext cx="52532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 = PP / (1 - α₁ - β₁)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8796" y="2386584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순보험료(PP) 기반 영업보험료 산출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68796" y="2916936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부가보험료(α₁·α₂·β₁·β₂·γ) 자동 반영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68796" y="3447288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정의 수식 지원 (복잡한 부가 구조)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68796" y="3977640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추가변수(Additional Variables) 활용 가능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68796" y="4507992"/>
            <a:ext cx="5289804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결과 데이터 테이블 형태로 미리보기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책임준비금 &amp; 시나리오 분석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영업보험료 산출 이후 — 책임준비금을 계산하고 다양한 조건에서 시나리오 분석을 수행합니다.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618988" cy="24930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554480"/>
            <a:ext cx="536295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📒 Reserve Calculator (적립금 계산기)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0352" y="2368296"/>
            <a:ext cx="5289804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납입기간 이내/이후 조건부 수식 적용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843784"/>
            <a:ext cx="5289804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공식: V = (MMX_t - MMX_n) - GP × (NNX_t - NNX_n)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3319272"/>
            <a:ext cx="5289804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연도별 책임준비금 테이블 자동 생성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4204" y="1463040"/>
            <a:ext cx="5618988" cy="24930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2220" y="1554480"/>
            <a:ext cx="536295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Scenario Runner (시나리오 실행기)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68796" y="2368296"/>
            <a:ext cx="5289804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복수 시나리오 조건(나이·성별·이율) 설정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68796" y="2843784"/>
            <a:ext cx="5289804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전체 파이프라인을 각 시나리오별 자동 반복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8796" y="3319272"/>
            <a:ext cx="5289804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결과 집계 테이블로 비교 분석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065788"/>
            <a:ext cx="11457432" cy="210641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4157228"/>
            <a:ext cx="4010101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🏷️  Additional Variables — 추가 변수 정의 모듈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436" y="4138940"/>
            <a:ext cx="7103608" cy="19601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정의 변수(α₁·α₂·β·γ 등) 또는 테이블에서 추출한 값(NNX_사망, MMX_질병 등)을 이름·값으로 등록해 순보험료·영업보험료 수식에 직접 활용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AI 파이프라인 자동 생성 (Gemini)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618988" cy="5193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133856"/>
            <a:ext cx="536295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목표 기반 파이프라인 생성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93776" y="1572768"/>
            <a:ext cx="5362956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664208"/>
            <a:ext cx="5362956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5253228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"40세 남성 20년납 종신보험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순보험료와 영업보험료 산출"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414016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자연어로 분석 목표 입력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3017520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Gemini AI가 필요 모듈 및 순서 추론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3621024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DSL 코드 자동 생성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4224528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캔버스에 파이프라인 자동 배치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" y="4828032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파라미터 기본값 자동 설정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0352" y="5431536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즉시 실행 가능한 상태로 완성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04204" y="1024128"/>
            <a:ext cx="5618988" cy="5193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2220" y="1133856"/>
            <a:ext cx="5362956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위험률 데이터 기반 생성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332220" y="1572768"/>
            <a:ext cx="5362956" cy="18288"/>
          </a:xfrm>
          <a:prstGeom prst="rect">
            <a:avLst/>
          </a:prstGeom>
          <a:solidFill>
            <a:srgbClr val="BBF7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2220" y="1664208"/>
            <a:ext cx="5362956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7084" y="1719072"/>
            <a:ext cx="5253228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"risk_rates.csv — 컬럼: Age, Sex,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Mortality_Rate, Lapse_Rate, ..."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68796" y="2414016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위험률 CSV 파일 업로드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68796" y="3017520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컬럼 구조 자동 파악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68796" y="3621024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Gemini가 적합한 계산 파이프라인 제안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68796" y="4224528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위험률 컬럼 자동 매핑·모듈 구성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68796" y="4828032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원클릭 캔버스 적용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8796" y="5431536"/>
            <a:ext cx="528980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즉시 실행하여 보험료 결과 확인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DSL 에디터 &amp; 샘플 라이브러리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728716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078992"/>
            <a:ext cx="54726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DSL 파이프라인 예시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" y="1371600"/>
            <a:ext cx="5472684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"종신보험 순보험료"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DefinePolicyInfo AS policy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entryAge: 40, gender: "Male"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policyTerm: 80, paymentTerm: 20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interestRate: 2.5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LoadData AS rates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 "mortality.csv"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SelectRiskRates AS basis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rates.data → risk_data_in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CalculateSurvivors AS lx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basis.data → data_in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NetPremiumCalculator AS np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formula: "MMX / NNX"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21024"/>
            <a:ext cx="2800350" cy="122986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3712464"/>
            <a:ext cx="2544318" cy="4304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인라인 편집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" y="4197782"/>
            <a:ext cx="2544318" cy="5616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모듈별 버튼으로 해당 블록 직접 수정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4126" y="3621024"/>
            <a:ext cx="2800350" cy="122986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2142" y="3712464"/>
            <a:ext cx="2544318" cy="4304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 실시간 동기화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2142" y="4197782"/>
            <a:ext cx="2544318" cy="5616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시 캔버스 즉시 업데이트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942332"/>
            <a:ext cx="2800350" cy="122986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5033772"/>
            <a:ext cx="2544318" cy="4304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 .lifx 저장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" y="5519090"/>
            <a:ext cx="2544318" cy="5616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기반 파이프라인 파일 저장·공유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4126" y="4942332"/>
            <a:ext cx="2800350" cy="122986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2142" y="5033772"/>
            <a:ext cx="2544318" cy="4304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자동 생성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2142" y="5519090"/>
            <a:ext cx="2544318" cy="5616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→ DSL 코드 자동 변환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7356" y="1024128"/>
            <a:ext cx="5545836" cy="5193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5372" y="1115568"/>
            <a:ext cx="528980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📚 샘플 파이프라인 라이브러리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5372" y="1554480"/>
            <a:ext cx="5289804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1948" y="1664208"/>
            <a:ext cx="5216652" cy="49377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☁️  Supabase 클라우드 동기화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1948" y="2231136"/>
            <a:ext cx="5216652" cy="49377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🗄️  SQLite 로컬 저장소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1948" y="2798064"/>
            <a:ext cx="5216652" cy="49377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 .lifx 파일 직접 불러오기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1948" y="3364992"/>
            <a:ext cx="5216652" cy="49377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샘플 메타데이터 편집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1948" y="3931920"/>
            <a:ext cx="5216652" cy="49377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📎  첨부파일 삭제·재업로드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1948" y="4498848"/>
            <a:ext cx="5216652" cy="49377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🔖  카테고리·태그 분류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1948" y="5065776"/>
            <a:ext cx="5216652" cy="49377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샘플 검색 및 필터링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1948" y="5632704"/>
            <a:ext cx="5216652" cy="49377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💾  개인 작업물 저장·불러오기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57432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보고서 생성 &amp; 기술 스택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자동 보고서 생성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408176"/>
            <a:ext cx="3721608" cy="200509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499616"/>
            <a:ext cx="3465576" cy="70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Pipeline Explainer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3776" y="2256264"/>
            <a:ext cx="3465576" cy="10655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모듈 계산 설명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수식·파라미터 자동 문서화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테이블 포함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33672" y="1408176"/>
            <a:ext cx="3721608" cy="200509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1688" y="1499616"/>
            <a:ext cx="3465576" cy="70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📑  Slide Report (PPTX)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61688" y="2256264"/>
            <a:ext cx="3465576" cy="10655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pptxgenjs 기반 슬라이드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모듈별 결과 자동 슬라이드화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기업용 보고서 스타일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1584" y="1408176"/>
            <a:ext cx="3721608" cy="200509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499616"/>
            <a:ext cx="3465576" cy="7017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💻  Pipeline Execution Log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0" y="2256264"/>
            <a:ext cx="3465576" cy="10655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단계별 로그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위치 추적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스니펫 출력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486424"/>
            <a:ext cx="114574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59576"/>
            <a:ext cx="11457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🛠️ 기술 스택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5760" y="3925336"/>
            <a:ext cx="1352169" cy="22468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998488"/>
            <a:ext cx="1260729" cy="6291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⚛️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4599395"/>
            <a:ext cx="1260729" cy="58418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5183580"/>
            <a:ext cx="1260729" cy="853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프레임워크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고성능 캔버스 렌더링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09369" y="3925336"/>
            <a:ext cx="1352169" cy="22468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5089" y="3998488"/>
            <a:ext cx="1260729" cy="6291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🔷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55089" y="4599395"/>
            <a:ext cx="1260729" cy="58418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55089" y="5183580"/>
            <a:ext cx="1260729" cy="853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엄격한 타입 정의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모듈·포트 인터페이스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52978" y="3925336"/>
            <a:ext cx="1352169" cy="22468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8698" y="3998488"/>
            <a:ext cx="1260729" cy="6291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98698" y="4599395"/>
            <a:ext cx="1260729" cy="58418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8698" y="5183580"/>
            <a:ext cx="1260729" cy="853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HMR 개발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 프로덕션 빌드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96587" y="3925336"/>
            <a:ext cx="1352169" cy="22468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2307" y="3998488"/>
            <a:ext cx="1260729" cy="6291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42307" y="4599395"/>
            <a:ext cx="1260729" cy="58418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42307" y="5183580"/>
            <a:ext cx="1260729" cy="853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자동 생성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코드 자동 작성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40196" y="3925336"/>
            <a:ext cx="1352169" cy="22468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5916" y="3998488"/>
            <a:ext cx="1260729" cy="6291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85916" y="4599395"/>
            <a:ext cx="1260729" cy="58418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85916" y="5183580"/>
            <a:ext cx="1260729" cy="853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샘플 저장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 보안 정책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83805" y="3925336"/>
            <a:ext cx="1352169" cy="22468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9525" y="3998488"/>
            <a:ext cx="1260729" cy="6291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629525" y="4599395"/>
            <a:ext cx="1260729" cy="58418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pptxgenjs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29525" y="5183580"/>
            <a:ext cx="1260729" cy="853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보고서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기업용 포맷 출력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27414" y="3925336"/>
            <a:ext cx="1352169" cy="22468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73134" y="3998488"/>
            <a:ext cx="1260729" cy="6291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💾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073134" y="4599395"/>
            <a:ext cx="1260729" cy="58418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better-sqlite3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073134" y="5183580"/>
            <a:ext cx="1260729" cy="853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샘플 저장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지원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471023" y="3925336"/>
            <a:ext cx="1352169" cy="224686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6743" y="3998488"/>
            <a:ext cx="1260729" cy="62912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🌐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0516743" y="4599395"/>
            <a:ext cx="1260729" cy="584185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516743" y="5183580"/>
            <a:ext cx="1260729" cy="853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업로드 API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Render 배포 지원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Matrix Flow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A5C8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 보험료 자동 산출 시스템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파이프라인으로 위험률 로드부터 순보험료·영업보험료·책임준비금까지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계산 과정을 자동화하고 AI로 빠르게 구성하세요.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2356" y="4160520"/>
            <a:ext cx="1737360" cy="457200"/>
          </a:xfrm>
          <a:prstGeom prst="rect">
            <a:avLst/>
          </a:prstGeom>
          <a:solidFill>
            <a:srgbClr val="1A3252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파이프라인 빌더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7732" y="4160520"/>
            <a:ext cx="1737360" cy="457200"/>
          </a:xfrm>
          <a:prstGeom prst="rect">
            <a:avLst/>
          </a:prstGeom>
          <a:solidFill>
            <a:srgbClr val="1A3252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7732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계리 계산 모듈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3108" y="4160520"/>
            <a:ext cx="1737360" cy="457200"/>
          </a:xfrm>
          <a:prstGeom prst="rect">
            <a:avLst/>
          </a:prstGeom>
          <a:solidFill>
            <a:srgbClr val="1A3252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3108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순보험료·영업보험료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8484" y="4160520"/>
            <a:ext cx="1737360" cy="457200"/>
          </a:xfrm>
          <a:prstGeom prst="rect">
            <a:avLst/>
          </a:prstGeom>
          <a:solidFill>
            <a:srgbClr val="1A3252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8484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책임준비금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23860" y="4160520"/>
            <a:ext cx="1737360" cy="457200"/>
          </a:xfrm>
          <a:prstGeom prst="rect">
            <a:avLst/>
          </a:prstGeom>
          <a:solidFill>
            <a:srgbClr val="1A3252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3860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구성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89236" y="4160520"/>
            <a:ext cx="1737360" cy="457200"/>
          </a:xfrm>
          <a:prstGeom prst="rect">
            <a:avLst/>
          </a:prstGeom>
          <a:solidFill>
            <a:srgbClr val="1A3252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89236" y="4160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보고서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Life Matrix Flow · 생명보험 계리 자동화 플랫폼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Matrix Flow — 생명보험 보험료 자동 산출 시스템</dc:title>
  <dc:subject>PptxGenJS Presentation</dc:subject>
  <dc:creator>PptxGenJS</dc:creator>
  <cp:lastModifiedBy>PptxGenJS</cp:lastModifiedBy>
  <cp:revision>1</cp:revision>
  <dcterms:created xsi:type="dcterms:W3CDTF">2026-04-07T23:19:03Z</dcterms:created>
  <dcterms:modified xsi:type="dcterms:W3CDTF">2026-04-07T23:19:03Z</dcterms:modified>
</cp:coreProperties>
</file>