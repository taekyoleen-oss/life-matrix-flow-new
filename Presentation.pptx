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27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계리 파이프라인 비주얼 빌더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AAC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Insurance Actuarial Pipeline Visual Builder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3347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 비주얼 파이프라인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63347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자동 설계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63347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결과 보고 자동화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8094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드래그&amp;드롭으로 보험료 산출 파이프라인을 시각적으로 구성하고,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AI가 목표에 맞는 파이프라인을 자동 설계합니다.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83664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883664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 5.8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10128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36592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63056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0" y="3803904"/>
            <a:ext cx="1316736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589520" y="38039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992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2026.03.31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9032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09032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63896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39166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3가지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08576" y="1009032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00016" y="1009032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57216" y="1063896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&amp; 편집 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57216" y="1439166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 모듈 배치·연결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50280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1850280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1905144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계산 파이프라인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280414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산출 9단계 흐름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1850280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00016" y="1850280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57216" y="1905144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라이브러리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280414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계리·데이터 전체 17개 모듈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691528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" y="2691528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2746392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121662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실행·결과 미리보기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08576" y="2691528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0016" y="2691528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57216" y="2746392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생성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3121662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자동 설계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532776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11480" y="3532776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587640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편집기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962910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기반 파이프라인 편집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08576" y="3532776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00016" y="3532776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57216" y="3587640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3962910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저장·공유·재사용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74024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11480" y="4374024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" y="442888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보고서 내보내기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4804158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.pptx 자동 생성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4374024"/>
            <a:ext cx="4215384" cy="768096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00016" y="4374024"/>
            <a:ext cx="420624" cy="7680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57216" y="442888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57216" y="4804158"/>
            <a:ext cx="3593592" cy="2918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프론트·AI·백엔드·배포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00903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Flow는 생명보험 계리 파이프라인을 시각적으로 설계·실행·보고하는 올인원 플랫폼입니다.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65064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356504"/>
            <a:ext cx="27736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1356504"/>
            <a:ext cx="26456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비주얼 파이프라인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30824"/>
            <a:ext cx="2773680" cy="3017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" y="196229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6072" y="168568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드래그&amp;드롭 모듈 배치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" y="271667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072" y="244006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연결로 데이터 흐름 정의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" y="347105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" y="319444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Undo/Redo 무제한 히스토리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" y="422543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" y="394882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줌·팬·다크모드 지원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85160" y="1356504"/>
            <a:ext cx="27736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76600" y="1356504"/>
            <a:ext cx="26456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계리 특화 계산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5160" y="1630824"/>
            <a:ext cx="2773680" cy="3017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313176" y="196229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41192" y="168568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순보험료·영업보험료·준비금 산출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3176" y="271667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441192" y="244006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생존자·교환함수(Nx/Mx) 자동 계산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3176" y="347105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441192" y="319444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러너 민감도 분석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3176" y="422543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41192" y="394882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전용 17개 모듈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0280" y="1356504"/>
            <a:ext cx="27736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41720" y="1356504"/>
            <a:ext cx="26456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AI &amp; 자동화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50280" y="1630824"/>
            <a:ext cx="2773680" cy="3017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178296" y="196229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06312" y="168568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파이프라인 자동 설계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8296" y="271667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06312" y="244006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입력만으로 최적 구조 추천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8296" y="347105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306312" y="319444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텍스트 파이프라인 편집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8296" y="422543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306312" y="3948828"/>
            <a:ext cx="2462784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.pptx 보고서 1클릭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721496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48056" y="4721496"/>
            <a:ext cx="830275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파이프라인을 한 번 설계하면 .lifx 파일로 저장해 다른 상품에 즉시 재사용할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&amp; 편집 UI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 기반 비주얼 편집으로 복잡한 계리 파이프라인을 직관적으로 구성합니다.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976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5361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&amp; 드롭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938528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툴박스에서 캔버스로 드래그하여 모듈 배치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선택 후 한꺼번에 이동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463040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08576" y="1536192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1830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38928" y="15361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연결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1938528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포트→입력 포트 드래그로 연결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불일치 시 연결 차단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9768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" y="274320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인라인 편집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3145536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옆 편집 버튼으로 해당 DSL 블록만 수정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자동 동기화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8576" y="2670048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08576" y="2743200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18304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↩️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8928" y="274320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Undo / Redo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3145536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무제한 히스토리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Ctrl+Z / Ctrl+Y 단축키 지원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77056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29768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392" y="395020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줌 &amp; 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4352544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휠 확대·축소, 스페이스+드래그 패닝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 버튼으로 전체 맞춤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08576" y="3877056"/>
            <a:ext cx="4215384" cy="1133856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08576" y="3950208"/>
            <a:ext cx="36576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18304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38928" y="395020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/ 라이트 모드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18304" y="4352544"/>
            <a:ext cx="405079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테마 연동 또는 수동 전환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계산 파이프라인 흐름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종신보험 순보험료 산출 예시 — 9개 모듈의 데이터 흐름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4088" y="1536192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 Policy Info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883664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가입연령·성별·보험기간·납입기간·이율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44952" y="1920240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463040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319272" y="155448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19272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11880" y="1536192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 Risk Rates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9272" y="1883664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위험률표 CSV 로드 (사망률·질병율)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52744" y="1920240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35624" y="1463040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27064" y="155448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27064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19672" y="1536192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Rating Basis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27064" y="1883664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보험기간 요율 &amp; 현가계수 vⁿ 산출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88352" y="2606040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06624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11480" y="2798064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11480" y="2798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" y="277977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Rate Modifier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312724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수식으로 신규 요율 컬럼 생성·변환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316382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27832" y="2706624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319272" y="2798064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319272" y="2798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11880" y="277977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Survivors Calc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19272" y="312724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lx → Dx (= lx·vˣ) 생존자수 산출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52744" y="316382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35624" y="2706624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227064" y="2798064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227064" y="2798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19672" y="277977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Claims Calc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27064" y="312724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(= lx−lx+1) → Cx 교환함수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88352" y="384962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3950208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11480" y="40416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11480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4088" y="40233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 / Mx Calc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" y="437083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 = ΣDx,  Mx = ΣCx 누적 함수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44952" y="4407408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27832" y="3950208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319272" y="40416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319272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11880" y="40233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 / MMX Calc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319272" y="437083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NNX·MMX 집계 및 납입주기 보정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52744" y="4407408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35624" y="3950208"/>
            <a:ext cx="26883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227064" y="40416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227064" y="40416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19672" y="40233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Premium Calc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27064" y="437083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 = MMX / NNX (사용자 정의 수식)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라이브러리  —  전체 17개 모듈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계산 모듈  (9개)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08176"/>
            <a:ext cx="4206240" cy="3657600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8056" y="158191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1444752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 Policy Info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6818" y="14447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가입조건 (연령·성별·기간·이율)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" y="198424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6072" y="1847088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Survivors Calculator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6818" y="18470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생존자수 lx → Dx 계산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" y="238658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" y="2249424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Claims Calculator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6818" y="2249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· Cx 교환함수 산출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" y="278892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76072" y="2651760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 Mx Calculator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6818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 · Mx 누적 교환함수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" y="319125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76072" y="3054096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 MMX Calculator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26818" y="3054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 · MMX 집계·납입주기 보정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" y="359359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3456432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Additional Variables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26818" y="3456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 변수 (α β γ 등)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" y="399592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76072" y="3858768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Premium Calc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6818" y="3858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 입력으로 순보험료 산출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" y="439826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76072" y="4261104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Premium Calc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26818" y="42611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 / (1 − 사업비율)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" y="480060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76072" y="4663440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Reserve Calculator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26818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준비금 산출 (조건부 수식)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1115568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09160" y="1115568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· 유틸리티 모듈  (8개)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1408176"/>
            <a:ext cx="4206240" cy="3255264"/>
          </a:xfrm>
          <a:prstGeom prst="roundRect">
            <a:avLst>
              <a:gd name="adj" fmla="val 168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745736" y="158191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73752" y="1444752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 Risk Rates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24498" y="14447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위험률표 CSV 파일 로드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45736" y="198424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73752" y="1847088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Rates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4498" y="18470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컬럼 선택·제거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45736" y="238658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73752" y="2249424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Rating Basis Builder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724498" y="2249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보험기간 요율·현가계수 산출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45736" y="278892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73752" y="2651760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Rate Modifier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724498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수식으로 신규 요율 컬럼 생성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45736" y="319125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873752" y="3054096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Runner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724498" y="3054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시나리오별 민감도 분석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45736" y="359359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873752" y="3456432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Explainer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724498" y="34564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보고서 자동 생성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45736" y="399592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73752" y="3858768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상자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724498" y="3858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캔버스에 메모·설명 추가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45736" y="439826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873752" y="4261104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상자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724498" y="42611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묶기·일괄 이동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&amp; 결과 미리보기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실행 버튼 한 번으로 전체 모듈을 순차 실행하고, 각 결과를 미리보기 모달로 확인합니다.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043684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77290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배치 &amp; 포트 연결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82012" y="1865376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73452" y="1463040"/>
            <a:ext cx="2043684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30702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4892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564892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9172" y="1920240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버튼 클릭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9172" y="2176272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툴바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35424" y="1865376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463040"/>
            <a:ext cx="2043684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4114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18304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18304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72584" y="1920240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순차 실행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72584" y="2176272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색상 표시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88836" y="1865376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0276" y="1463040"/>
            <a:ext cx="2043684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63752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71716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71716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5996" y="1920240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미리보기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25996" y="2176272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모달 팝업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257860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미리보기 모달 종류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816352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2871216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93192" y="2926080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" y="2926080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Preview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" y="3465210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형식 데이터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62022" y="2871216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535174" y="2926080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46070" y="2926080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46070" y="3465210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기술통계 요약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04004" y="2871216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677156" y="2926080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8052" y="2926080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Premium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8052" y="3465210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 결과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45986" y="2871216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819138" y="2926080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30034" y="2926080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Premium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0034" y="3465210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영업보험료 결과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3995928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93192" y="4050792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04088" y="4050792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Addl Variables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4088" y="4589922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변수 목록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62022" y="3995928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535174" y="4050792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846070" y="4050792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Spread View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846070" y="4589922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스프레드시트 뷰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04004" y="3995928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677156" y="4050792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88052" y="4050792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Result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88052" y="4589922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시나리오 비교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45986" y="3995928"/>
            <a:ext cx="2077974" cy="1060704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6819138" y="4050792"/>
            <a:ext cx="274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130034" y="4050792"/>
            <a:ext cx="1639062" cy="530352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Report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30034" y="4589922"/>
            <a:ext cx="1639062" cy="3818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보고서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자동 생성  (Gemini AI)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텍스트 입력 또는 데이터 업로드만으로 Gemini AI가 최적 파이프라인을 자동 설계합니다.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97096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기반  (AIPipelineFromGoal)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197096" cy="292608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" y="196596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8056" y="19659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0664" y="181051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목표 텍스트 입력 (예: 종신보험 순보험료 산출)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" y="269748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8056" y="2697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" y="254203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AI가 필요 모듈·연결 순서 추론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" y="342900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8056" y="3429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0664" y="32735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AIPlanDisplay에서 단계별 설계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" y="416052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8056" y="4160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0664" y="40050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후 캔버스에 자동 배치 완료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26864" y="1463040"/>
            <a:ext cx="4197096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18304" y="14630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 (AIPipelineFromData)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1719072"/>
            <a:ext cx="4197096" cy="292608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196596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19659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47488" y="181051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/ Excel 파일 업로드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69748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2697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47488" y="254203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컬럼 구조·데이터 타입 자동 인식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42900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0" y="3429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47488" y="327355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특성에 맞는 파이프라인 추천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16052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54880" y="4160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47488" y="40050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파이프라인 즉시 적용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718304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29768" y="47183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AIPlanDisplayModal — AI 설계 결과 단계별 시각화 후 캔버스 적용  |  Pipeline Explainer — AI 파이프라인 전체 해설 보고서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편집기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파이프라인을 텍스트 DSL로 직접 정의·편집합니다. 캔버스 ↔ DSL 양방향 동기화 지원.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663440" cy="3566160"/>
          </a:xfrm>
          <a:prstGeom prst="roundRect">
            <a:avLst>
              <a:gd name="adj" fmla="val 1538"/>
            </a:avLst>
          </a:prstGeom>
          <a:solidFill>
            <a:srgbClr val="1E1E2E"/>
          </a:solidFill>
          <a:ln w="9525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8056" y="1536192"/>
            <a:ext cx="446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8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  예시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" y="1737360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WholeLifePremium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2064715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2392070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"Risk_Rates.csv"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2719426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DefinePolicyInfo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" y="3046781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entryAge: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gender: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"Male"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" y="3374136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policyTerm: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"whole"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" y="3701491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NetPremiumCalc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4028846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formula: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"MMX / NNX"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" y="4356202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 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LoadData → RatingBasis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" y="4683557"/>
            <a:ext cx="4462272" cy="3273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 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DefinePolicyInfo → Survivors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93208" y="1463040"/>
            <a:ext cx="3730752" cy="83667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93208" y="1536192"/>
            <a:ext cx="36576" cy="6903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84648" y="1517904"/>
            <a:ext cx="329184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68696" y="1517904"/>
            <a:ext cx="3182112" cy="368137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인라인 편집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68696" y="1898112"/>
            <a:ext cx="3182112" cy="334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옆 편집 버튼으로 해당 블록만 수정, 캔버스 자동 반영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93208" y="2372868"/>
            <a:ext cx="3730752" cy="83667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93208" y="2446020"/>
            <a:ext cx="36576" cy="6903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84648" y="2427732"/>
            <a:ext cx="329184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68696" y="2427732"/>
            <a:ext cx="3182112" cy="368137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↔ DSL 동기화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68696" y="2807940"/>
            <a:ext cx="3182112" cy="334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저장 시 캔버스 즉시 업데이트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93208" y="3282696"/>
            <a:ext cx="3730752" cy="83667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093208" y="3355848"/>
            <a:ext cx="36576" cy="6903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184648" y="3337560"/>
            <a:ext cx="329184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68696" y="3337560"/>
            <a:ext cx="3182112" cy="368137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복사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3717768"/>
            <a:ext cx="3182112" cy="334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전체 텍스트 클립보드 복사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93208" y="4192524"/>
            <a:ext cx="3730752" cy="836676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093208" y="4265676"/>
            <a:ext cx="36576" cy="6903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184648" y="4247388"/>
            <a:ext cx="329184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568696" y="4247388"/>
            <a:ext cx="3182112" cy="368137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구문 검증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68696" y="4627596"/>
            <a:ext cx="3182112" cy="334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모듈명·연결 오류 즉시 표시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사용하는 파이프라인을 저장·재사용하거나 Supabase를 통해 팀과 공유합니다.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5727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저장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9933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.lifx 파일로 로컬 저장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언제든 재로드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5160" y="14630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85160" y="15361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9488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15512" y="15727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공유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4888" y="19933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공유 샘플 업로드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팀원이 즉시 불러오기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0280" y="14630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50280" y="15361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6000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0632" y="15727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작업 보존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0008" y="19933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자동 저장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재시작 후 복원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0040" y="33649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2976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0392" y="34015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불러오기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38221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SamplesModal에서 선택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캔버스에 즉시 로드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85160" y="32918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185160" y="33649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29488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715512" y="34015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편집·삭제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4888" y="38221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이름·설명·첨부파일 수정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삭제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0280" y="3291840"/>
            <a:ext cx="277368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050280" y="3364992"/>
            <a:ext cx="36576" cy="1591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6000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580632" y="3401568"/>
            <a:ext cx="217017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필터·검색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60008" y="3822192"/>
            <a:ext cx="2609088" cy="11155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카테고리·이름 필터로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탐색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보고서 내보내기  (.pptx 자동 생성)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완료 후 버튼 한 번으로 산출 근거 전체를 .pptx 슬라이드로 내보냅니다.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043684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77290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157984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상태 확인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82012" y="1856232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73452" y="1463040"/>
            <a:ext cx="2043684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30702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4892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564892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9172" y="1901952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"📊 PPT 보고서"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9172" y="2157984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클릭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35424" y="1856232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463040"/>
            <a:ext cx="2043684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4114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18304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18304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72584" y="1901952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72584" y="2157984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2~4초 소요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88836" y="1856232"/>
            <a:ext cx="91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0276" y="1463040"/>
            <a:ext cx="2043684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637526" y="1536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⬇️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71716" y="1545336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871716" y="15453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5996" y="1901952"/>
            <a:ext cx="19522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다운로드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25996" y="2157984"/>
            <a:ext cx="195224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저장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256032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보고서에 포함되는 내용  (13장 슬라이드)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798064"/>
            <a:ext cx="85039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2852928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11480" y="2898648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" y="2907792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구조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2376" y="3364992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목록·연결 관계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9064" y="2852928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270504" y="2898648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81400" y="2907792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파라미터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581400" y="3364992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입력값·설정 전체 기록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8088" y="2852928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129528" y="2898648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40424" y="2907792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&amp; 현가계수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40424" y="3364992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RatingBasis 산출 테이블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3840480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11480" y="3886200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22376" y="3895344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 결과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22376" y="4352544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 Premium 산출값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79064" y="3840480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270504" y="3886200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💵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581400" y="3895344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영업보험료 결과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581400" y="4352544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Premium 산출값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38088" y="3840480"/>
            <a:ext cx="27858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129528" y="3886200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🏷️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40424" y="3895344"/>
            <a:ext cx="231038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 자동 지정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40424" y="4352544"/>
            <a:ext cx="2310384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{상품명}_보험료산출보고서.pptx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903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00903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프론트엔드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65064"/>
            <a:ext cx="4206240" cy="1755648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66344" y="143880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31992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 (Concurrent Mode)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" y="187771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75884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 5.8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" y="231662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197752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6 (빌드 도구)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" y="275553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63666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903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9160" y="100903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연동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1265064"/>
            <a:ext cx="4206240" cy="1755648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64024" y="143880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31992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 API (@google/genai)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187771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75884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기반 DSL 자동 생성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64024" y="231662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2197752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파이프라인 추천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64024" y="275553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263666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AI 설명 보고서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11215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11480" y="311215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 백엔드 / 데이터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68184"/>
            <a:ext cx="4206240" cy="1755648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6344" y="354192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4360" y="342304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Express.js (로컬 API 서버)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" y="398083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94360" y="3861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better-sqlite3 (로컬 SQLite)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" y="441974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4300872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(공유 DB / Auth)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" y="485865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73978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multer (파일 업로드)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112152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09160" y="3112152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문서 / 배포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368184"/>
            <a:ext cx="4206240" cy="1755648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64024" y="354192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92040" y="342304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 (PPT 클라이언트 생성)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64024" y="3980832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92040" y="3861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 (Excel 처리)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64024" y="441974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892040" y="4300872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mammoth (Word → Markdown)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64024" y="485865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92040" y="473978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Render.com 클라우드 배포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512064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77824" y="109728"/>
            <a:ext cx="7909560" cy="786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러너 &amp; 추가 기능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97096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시나리오 러너 (ScenarioRunner)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97096" cy="1609344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8056" y="152704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14264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전체를 시나리오별로 반복 실행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" y="192938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6072" y="182880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이자율·가입연령 등 파라미터 범위 지정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" y="2331720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072" y="22311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시나리오별 결과 비교 테이블 자동 생성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" y="273405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" y="263347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분석·상품 요율 검토에 활용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4197096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1480" y="30906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🗂️  Pipeline Explainer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346704"/>
            <a:ext cx="4197096" cy="1426464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48056" y="3538728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" y="340156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AI가 파이프라인 전체 단계별 해설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" y="4014216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6072" y="38770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모듈의 역할·수식·결과 자동 보고서화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" y="4489704"/>
            <a:ext cx="82296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43525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비전문가도 이해할 수 있는 설명 생성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26864" y="1115568"/>
            <a:ext cx="4197096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18304" y="11155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 기타 주요 기능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26864" y="1371600"/>
            <a:ext cx="4197096" cy="3657600"/>
          </a:xfrm>
          <a:prstGeom prst="roundRect">
            <a:avLst>
              <a:gd name="adj" fmla="val 1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36592" y="14264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47488" y="14264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.lifx 파일 포맷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47488" y="16885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전체 상태 JSON 저장·복원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20360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47488" y="20360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/ CSV 입력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47488" y="22981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xlsx로 엑셀 직접 업로드·처리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26456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26456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 → Markdown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47488" y="29077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mammoth으로 Word 파일 분석 자료화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36592" y="32552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47488" y="32552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Render.com 배포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47488" y="35173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 통합, allowedHosts 설정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36592" y="38648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47488" y="38648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RLS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47488" y="41269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 수준 보안으로 접근 제어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36592" y="4474464"/>
            <a:ext cx="27432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47488" y="4474464"/>
            <a:ext cx="3703320" cy="280416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UI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47488" y="4736592"/>
            <a:ext cx="3703320" cy="243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 모바일·태블릿 대응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889504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40817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677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계리 파이프라인 비주얼 빌더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07238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7238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🏗️  비주얼 파이프라인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307238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78608" y="307238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자동 설계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307238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00016" y="307238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계리 17개 모듈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21424" y="307238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21424" y="307238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보고서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867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CD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  ·  TypeScript  ·  Vite 6  ·  Gemini AI  ·  Supabase  ·  pptxgenjs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1449</Words>
  <Application>Microsoft Office PowerPoint</Application>
  <PresentationFormat>화면 슬라이드 쇼(16:9)</PresentationFormat>
  <Paragraphs>404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Arial</vt:lpstr>
      <vt:lpstr>Courier New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태교 인</cp:lastModifiedBy>
  <cp:revision>2</cp:revision>
  <dcterms:created xsi:type="dcterms:W3CDTF">2026-03-31T00:00:27Z</dcterms:created>
  <dcterms:modified xsi:type="dcterms:W3CDTF">2026-04-07T05:07:30Z</dcterms:modified>
</cp:coreProperties>
</file>