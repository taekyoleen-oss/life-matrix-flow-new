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112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211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495C3-9D66-B173-AA3D-8849ADC7E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212716-62CC-87F4-18BB-1E4E2378E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3B802D-CF76-8F21-3F70-E5DE2E899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9DF89-1ADB-9D93-3E1B-195A097F04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739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0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601200" y="-731520"/>
            <a:ext cx="3200400" cy="3200400"/>
          </a:xfrm>
          <a:prstGeom prst="ellipse">
            <a:avLst/>
          </a:prstGeom>
          <a:solidFill>
            <a:srgbClr val="243F6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731520" y="1828800"/>
            <a:ext cx="2286000" cy="2286000"/>
          </a:xfrm>
          <a:prstGeom prst="ellipse">
            <a:avLst/>
          </a:prstGeom>
          <a:solidFill>
            <a:srgbClr val="243F6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548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보험료 자동 산출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4600" b="1" dirty="0">
                <a:solidFill>
                  <a:srgbClr val="A5C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빌더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i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Life Insurance Premium Calculation Pipeline Builder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위험률 데이터 로딩부터 순보험료·영업보험료·준비금 산출까지</a:t>
            </a:r>
            <a:endParaRPr lang="en-US" sz="1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비주얼 파이프라인으로 자동화 · Gemini AI 파이프라인 생성 지원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19556" y="5623560"/>
            <a:ext cx="155448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19556" y="56235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19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38628" y="5623560"/>
            <a:ext cx="155448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38628" y="56235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TypeScript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57700" y="5623560"/>
            <a:ext cx="155448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457700" y="56235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6772" y="5623560"/>
            <a:ext cx="155448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176772" y="56235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AI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895844" y="5623560"/>
            <a:ext cx="155448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895844" y="56235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14916" y="5623560"/>
            <a:ext cx="155448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614916" y="56235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pptxgenjs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  Table of Contents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5591556" cy="95646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502920" cy="77358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78992" y="1115568"/>
            <a:ext cx="4741164" cy="347472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개요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8992" y="1463040"/>
            <a:ext cx="4741164" cy="4261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 요약 및 사용 시나리오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31636" y="1024128"/>
            <a:ext cx="5591556" cy="95646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368796" y="1115568"/>
            <a:ext cx="502920" cy="77358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944868" y="1115568"/>
            <a:ext cx="4741164" cy="347472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빌더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44868" y="1463040"/>
            <a:ext cx="4741164" cy="4261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비주얼 캔버스 · 모듈 배치 · 연결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072030"/>
            <a:ext cx="5591556" cy="95646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2920" y="2163470"/>
            <a:ext cx="502920" cy="77358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078992" y="2163470"/>
            <a:ext cx="4741164" cy="347472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 모듈 구성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78992" y="2510942"/>
            <a:ext cx="4741164" cy="4261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위험률 처리 → 보험료 산출 파이프라인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31636" y="2072030"/>
            <a:ext cx="5591556" cy="95646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368796" y="2163470"/>
            <a:ext cx="502920" cy="77358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944868" y="2163470"/>
            <a:ext cx="4741164" cy="347472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DSL 편집기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44868" y="2510942"/>
            <a:ext cx="4741164" cy="4261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기반 파이프라인 정의 · 적용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119933"/>
            <a:ext cx="5591556" cy="956462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02920" y="3211373"/>
            <a:ext cx="502920" cy="77358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078992" y="3211373"/>
            <a:ext cx="4741164" cy="347472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파이프라인 생성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78992" y="3558845"/>
            <a:ext cx="4741164" cy="4261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자연어 입력 → Gemini AI → 자동 배치 ★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31636" y="3119933"/>
            <a:ext cx="5591556" cy="95646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368796" y="3211373"/>
            <a:ext cx="502920" cy="77358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944868" y="3211373"/>
            <a:ext cx="4741164" cy="347472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보험료 산출 결과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44868" y="3558845"/>
            <a:ext cx="4741164" cy="4261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순보험료·영업보험료·준비금 확인 · AI 해석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4167835"/>
            <a:ext cx="5591556" cy="95646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02920" y="4259275"/>
            <a:ext cx="502920" cy="77358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1078992" y="4259275"/>
            <a:ext cx="4741164" cy="347472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분석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78992" y="4606747"/>
            <a:ext cx="4741164" cy="4261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복수 조건 자동 반복 산출 · 비교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31636" y="4167835"/>
            <a:ext cx="5591556" cy="95646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368796" y="4259275"/>
            <a:ext cx="502920" cy="77358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944868" y="4259275"/>
            <a:ext cx="4741164" cy="347472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샘플 &amp; 저장 관리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944868" y="4606747"/>
            <a:ext cx="4741164" cy="4261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저장·불러오기 · 공유 샘플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5215738"/>
            <a:ext cx="5591556" cy="95646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02920" y="5307178"/>
            <a:ext cx="502920" cy="77358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1078992" y="5307178"/>
            <a:ext cx="4741164" cy="347472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78992" y="5654650"/>
            <a:ext cx="4741164" cy="42611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· Vite · Gemini · Supabase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 앱 개요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11457432" cy="347472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보험료 산출 전 과정을 모듈화·자동화하는 비주얼 파이프라인 빌더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435608"/>
            <a:ext cx="5646420" cy="2313432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30352" y="1563624"/>
            <a:ext cx="5317236" cy="80970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🧩  비주얼 파이프라인 빌더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30352" y="2428189"/>
            <a:ext cx="5317236" cy="119283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모듈을 드래그&amp;드롭으로 캔버스에 배치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화살표로 모듈 간 데이터 흐름 연결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실시간 Auto Layout 자동 정렬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6772" y="1435608"/>
            <a:ext cx="5646420" cy="2313432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341364" y="1563624"/>
            <a:ext cx="5317236" cy="80970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🤖  AI 파이프라인 자동 생성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341364" y="2428189"/>
            <a:ext cx="5317236" cy="119283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자연어로 보험 조건 입력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Gemini 2.5 Flash → DSL 마크다운 생성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원클릭으로 캔버스에 자동 배치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858768"/>
            <a:ext cx="5646420" cy="2313432"/>
          </a:xfrm>
          <a:prstGeom prst="rect">
            <a:avLst/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30352" y="3986784"/>
            <a:ext cx="5317236" cy="80970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📊  보험료 전 단계 자동 산출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0352" y="4851349"/>
            <a:ext cx="5317236" cy="119283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위험률 로드 → 생존자 → Nx/Mx → BPV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순보험료·영업보험료·준비금 일괄 계산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수식 직접 입력으로 상품 맞춤 설정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76772" y="3858768"/>
            <a:ext cx="5646420" cy="2313432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341364" y="3986784"/>
            <a:ext cx="5317236" cy="80970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🔬  시나리오 &amp; 결과 분석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41364" y="4851349"/>
            <a:ext cx="5317236" cy="119283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복수 조건(연령·성별·기간) 자동 반복 산출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AI가 결과를 자연어로 해석·설명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PPT 슬라이드 리포트 자동 생성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 파이프라인 빌더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11457432" cy="329184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비주얼 캔버스에서 모듈을 배치하고 연결해 보험료 산출 흐름을 구성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26464"/>
            <a:ext cx="5646420" cy="232714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5372100" cy="81450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🖱️  드래그 &amp; 드롭 배치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2920" y="2405558"/>
            <a:ext cx="5372100" cy="123832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왼쪽 툴박스에서 모듈을 캔버스로 드래그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모듈 이동·복사·삭제 지원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다중 선택 후 일괄 조작 가능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6772" y="1426464"/>
            <a:ext cx="5646420" cy="232714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313932" y="1536192"/>
            <a:ext cx="5372100" cy="81450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🔗  모듈 연결 (화살표)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313932" y="2405558"/>
            <a:ext cx="5372100" cy="123832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모듈 출력 포트 → 입력 포트로 드래그 연결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연결선 자동 라우팅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실행 순서 자동 추론 (위상 정렬)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845052"/>
            <a:ext cx="5646420" cy="232714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" y="3954780"/>
            <a:ext cx="5372100" cy="81450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⚙️  파라미터 편집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02920" y="4824146"/>
            <a:ext cx="5372100" cy="123832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모듈 클릭 → 우측 패널 인라인 편집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수식 직접 입력 (NetPremium, Gross 등)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편집 내용 즉시 캔버스에 반영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76772" y="3845052"/>
            <a:ext cx="5646420" cy="232714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313932" y="3954780"/>
            <a:ext cx="5372100" cy="81450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↩️  Undo/Redo &amp; Auto Layout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13932" y="4824146"/>
            <a:ext cx="5372100" cy="123832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실행 취소/다시 실행 히스토리 관리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Auto Layout으로 모듈 자동 정렬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탭별 독립 파이프라인 관리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계산 모듈 구성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11457432" cy="310896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위험률 데이터 처리부터 보험료 산출까지 단계별 모듈로 구성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26464"/>
            <a:ext cx="2145182" cy="475488"/>
          </a:xfrm>
          <a:prstGeom prst="rect">
            <a:avLst/>
          </a:prstGeom>
          <a:solidFill>
            <a:srgbClr val="EFF6FF"/>
          </a:solidFill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1426464"/>
            <a:ext cx="214518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LoadData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위험률 로드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20086" y="1426464"/>
            <a:ext cx="16459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693822" y="1426464"/>
            <a:ext cx="2145182" cy="475488"/>
          </a:xfrm>
          <a:prstGeom prst="rect">
            <a:avLst/>
          </a:prstGeom>
          <a:solidFill>
            <a:srgbClr val="EFF6FF"/>
          </a:solidFill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693822" y="1426464"/>
            <a:ext cx="214518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SelectRiskRates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선택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8149" y="1426464"/>
            <a:ext cx="16459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1885" y="1426464"/>
            <a:ext cx="2145182" cy="475488"/>
          </a:xfrm>
          <a:prstGeom prst="rect">
            <a:avLst/>
          </a:prstGeom>
          <a:solidFill>
            <a:srgbClr val="EFF6FF"/>
          </a:solidFill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1885" y="1426464"/>
            <a:ext cx="214518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SelectData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컬럼 선택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76211" y="1426464"/>
            <a:ext cx="16459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49947" y="1426464"/>
            <a:ext cx="2145182" cy="475488"/>
          </a:xfrm>
          <a:prstGeom prst="rect">
            <a:avLst/>
          </a:prstGeom>
          <a:solidFill>
            <a:srgbClr val="ECFEFF"/>
          </a:solidFill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349947" y="1426464"/>
            <a:ext cx="214518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RateModifier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요율 보정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04274" y="1426464"/>
            <a:ext cx="16459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678010" y="1426464"/>
            <a:ext cx="2145182" cy="475488"/>
          </a:xfrm>
          <a:prstGeom prst="rect">
            <a:avLst/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678010" y="1426464"/>
            <a:ext cx="214518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DefinePolicyInfo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증권 정보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20156" y="19385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65760" y="2212848"/>
            <a:ext cx="2145182" cy="475488"/>
          </a:xfrm>
          <a:prstGeom prst="rect">
            <a:avLst/>
          </a:prstGeom>
          <a:solidFill>
            <a:srgbClr val="ECFDF5"/>
          </a:solidFill>
          <a:ln w="1524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65760" y="2212848"/>
            <a:ext cx="214518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CalculateSurvivors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생존자(Lx)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20086" y="2212848"/>
            <a:ext cx="16459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693822" y="2212848"/>
            <a:ext cx="2145182" cy="475488"/>
          </a:xfrm>
          <a:prstGeom prst="rect">
            <a:avLst/>
          </a:prstGeom>
          <a:solidFill>
            <a:srgbClr val="ECFDF5"/>
          </a:solidFill>
          <a:ln w="1524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2693822" y="2212848"/>
            <a:ext cx="214518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ClaimsCalculator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클레임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8149" y="2212848"/>
            <a:ext cx="16459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021885" y="2212848"/>
            <a:ext cx="2145182" cy="475488"/>
          </a:xfrm>
          <a:prstGeom prst="rect">
            <a:avLst/>
          </a:prstGeom>
          <a:solidFill>
            <a:srgbClr val="ECFDF5"/>
          </a:solidFill>
          <a:ln w="1524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021885" y="2212848"/>
            <a:ext cx="214518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NxMxCalculator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Nx/Mx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76211" y="2212848"/>
            <a:ext cx="16459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349947" y="2212848"/>
            <a:ext cx="2145182" cy="475488"/>
          </a:xfrm>
          <a:prstGeom prst="rect">
            <a:avLst/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349947" y="2212848"/>
            <a:ext cx="214518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PremiumComponent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NNX/BPV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504274" y="2212848"/>
            <a:ext cx="16459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678010" y="2212848"/>
            <a:ext cx="2145182" cy="475488"/>
          </a:xfrm>
          <a:prstGeom prst="rect">
            <a:avLst/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9678010" y="2212848"/>
            <a:ext cx="214518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AdditionalName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변수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820156" y="27249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↓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365760" y="2999232"/>
            <a:ext cx="2727198" cy="475488"/>
          </a:xfrm>
          <a:prstGeom prst="rect">
            <a:avLst/>
          </a:prstGeom>
          <a:solidFill>
            <a:srgbClr val="FEF2F2"/>
          </a:solidFill>
          <a:ln w="1524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365760" y="2999232"/>
            <a:ext cx="272719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NetPremiumCalculator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순보험료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102102" y="2999232"/>
            <a:ext cx="16459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275838" y="2999232"/>
            <a:ext cx="2727198" cy="475488"/>
          </a:xfrm>
          <a:prstGeom prst="rect">
            <a:avLst/>
          </a:prstGeom>
          <a:solidFill>
            <a:srgbClr val="FEF2F2"/>
          </a:solidFill>
          <a:ln w="1524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3275838" y="2999232"/>
            <a:ext cx="272719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GrossPremiumCalculator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영업보험료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012180" y="2999232"/>
            <a:ext cx="16459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6185916" y="2999232"/>
            <a:ext cx="2727198" cy="475488"/>
          </a:xfrm>
          <a:prstGeom prst="rect">
            <a:avLst/>
          </a:prstGeom>
          <a:solidFill>
            <a:srgbClr val="FEF2F2"/>
          </a:solidFill>
          <a:ln w="1524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185916" y="2999232"/>
            <a:ext cx="272719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ReserveCalculator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준비금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922258" y="2999232"/>
            <a:ext cx="164592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9095994" y="2999232"/>
            <a:ext cx="2727198" cy="475488"/>
          </a:xfrm>
          <a:prstGeom prst="rect">
            <a:avLst/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9095994" y="2999232"/>
            <a:ext cx="272719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ScenarioRunner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A479B-70B8-3D7F-35C9-02C1F09E6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AB698DA-25B9-23EA-9247-FD3AAAE0B38B}"/>
              </a:ext>
            </a:extLst>
          </p:cNvPr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183795C-CAEC-8B46-65B1-AFD7B77E0F5A}"/>
              </a:ext>
            </a:extLst>
          </p:cNvPr>
          <p:cNvSpPr/>
          <p:nvPr/>
        </p:nvSpPr>
        <p:spPr>
          <a:xfrm>
            <a:off x="365760" y="0"/>
            <a:ext cx="11457432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계산 모듈 구성</a:t>
            </a:r>
            <a:endParaRPr lang="en-US" sz="3000" dirty="0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0A587469-5F9D-A288-5140-17B68E8AA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30623"/>
            <a:ext cx="12192000" cy="379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103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 DSL 편집기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11457432" cy="310896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기반 DSL로 파이프라인 전체를 정의·적용하는 강력한 편집 도구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26464"/>
            <a:ext cx="5728716" cy="4745736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517904"/>
            <a:ext cx="5454396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DSL 마크다운 예시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47088"/>
            <a:ext cx="5454396" cy="4233672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**상품명**: 종신보험 (20년납)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**설명**: 30세 남성 기준 순보험료 산출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[1] 증권 기본 정보 (DefinePolicyInfo)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**포함여부**: yes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**가입연령**: 30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**성별**: M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**보험기간**: life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**납입기간**: 20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**이율 (%)**: 2.5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[9] 순보험료 계산 (NetPremiumCalculator)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**포함여부**: yes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**수식**: [BPV_Mortality] / [NNX_Mortality(Year)]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**변수명**: PP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[10] 영업보험료 계산 (GrossPremiumCalculator)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**포함여부**: yes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**수식**: [PP] / (1 - 0.05)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**변수명**: GP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23076" y="1426464"/>
            <a:ext cx="5500116" cy="150876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60236" y="1517904"/>
            <a:ext cx="5225796" cy="54315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📝  DSL로 파이프라인 전체 정의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60236" y="2115922"/>
            <a:ext cx="5225796" cy="727862"/>
          </a:xfrm>
          <a:prstGeom prst="rect">
            <a:avLst/>
          </a:prstGeom>
          <a:noFill/>
          <a:ln/>
        </p:spPr>
        <p:txBody>
          <a:bodyPr wrap="square" rtlCol="0" anchor="t">
            <a:normAutofit fontScale="92500" lnSpcReduction="20000"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상품명·설명·모듈별 파라미터 텍스트 작성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포함여부(yes/no)로 모듈 활성화 제어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수식 변수 직접 지정 가능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23076" y="3044952"/>
            <a:ext cx="5500116" cy="150876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60236" y="3136392"/>
            <a:ext cx="5225796" cy="54315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🔄  파이프라인 빌드 / 파라미터 패치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60236" y="3734410"/>
            <a:ext cx="5225796" cy="727862"/>
          </a:xfrm>
          <a:prstGeom prst="rect">
            <a:avLst/>
          </a:prstGeom>
          <a:noFill/>
          <a:ln/>
        </p:spPr>
        <p:txBody>
          <a:bodyPr wrap="square" rtlCol="0" anchor="t">
            <a:normAutofit fontScale="92500" lnSpcReduction="20000"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"빌드" — 기존 캔버스 교체 후 재배치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"패치" — 기존 모듈 위치 유지·파라미터만 갱신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누락 모듈 자동 추가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23076" y="4663440"/>
            <a:ext cx="5500116" cy="150876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60236" y="4754880"/>
            <a:ext cx="5225796" cy="54315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💾  .lifx 파일 저장 &amp; 불러오기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60236" y="5352898"/>
            <a:ext cx="5225796" cy="727862"/>
          </a:xfrm>
          <a:prstGeom prst="rect">
            <a:avLst/>
          </a:prstGeom>
          <a:noFill/>
          <a:ln/>
        </p:spPr>
        <p:txBody>
          <a:bodyPr wrap="square" rtlCol="0" anchor="t">
            <a:normAutofit fontScale="92500" lnSpcReduction="20000"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파이프라인 전체를 .lifx 파일로 내보내기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불러오기로 이전 작업 즉시 복원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Supabase 공유 샘플과 연동 가능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4C1D9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✨  05  AI 파이프라인 자동 생성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11457432" cy="310896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자연어로 보험 조건을 입력하면 Gemini AI가 DSL을 생성하고 캔버스에 자동 배치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3666744" cy="100584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96112" y="1536192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4C1D9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✍️  조건 입력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1861816"/>
            <a:ext cx="3392424" cy="563368"/>
          </a:xfrm>
          <a:prstGeom prst="rect">
            <a:avLst/>
          </a:prstGeom>
          <a:noFill/>
          <a:ln/>
        </p:spPr>
        <p:txBody>
          <a:bodyPr wrap="square" rtlCol="0" anchor="t">
            <a:normAutofit fontScale="92500" lnSpcReduction="10000"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</a:t>
            </a:r>
            <a:r>
              <a:rPr lang="en-US" sz="14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클릭</a:t>
            </a: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또는</a:t>
            </a: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자연어로</a:t>
            </a: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</a:t>
            </a: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</a:t>
            </a: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(예시 6종 제공)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59936" y="1444752"/>
            <a:ext cx="201168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261104" y="1444752"/>
            <a:ext cx="3666744" cy="100584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398264" y="1536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91456" y="1536192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4C1D9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🤖  Gemini AI 생성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398264" y="1837944"/>
            <a:ext cx="3621024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2.5 Flash DSL 마크다운 자동 작성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(모듈·파라미터·수식 포함)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55280" y="1444752"/>
            <a:ext cx="201168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8156448" y="1444752"/>
            <a:ext cx="3666744" cy="100584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293608" y="1536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86800" y="1536192"/>
            <a:ext cx="299923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4C1D9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🚀  캔버스 자동 배치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93608" y="1861816"/>
            <a:ext cx="3621024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"적용하기" </a:t>
            </a:r>
            <a:r>
              <a:rPr lang="en-US" sz="14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클릭</a:t>
            </a: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파이프라인 </a:t>
            </a:r>
            <a:r>
              <a:rPr lang="en-US" sz="14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</a:t>
            </a: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</a:t>
            </a: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바로 실행 가능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" y="2615184"/>
            <a:ext cx="11457432" cy="292608"/>
          </a:xfrm>
          <a:prstGeom prst="rect">
            <a:avLst/>
          </a:prstGeom>
          <a:noFill/>
          <a:ln/>
        </p:spPr>
        <p:txBody>
          <a:bodyPr wrap="square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💡  제공되는 예시 6종 (클릭 선택 후 자유 수정)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5760" y="2944368"/>
            <a:ext cx="3709416" cy="1568196"/>
          </a:xfrm>
          <a:prstGeom prst="rect">
            <a:avLst/>
          </a:prstGeom>
          <a:solidFill>
            <a:srgbClr val="F3F0FF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75488" y="3017520"/>
            <a:ext cx="3489960" cy="14218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C1D9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종신보험 순보험료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C1D9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30세 남성, 20년납, 이율 2.5%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39768" y="2944368"/>
            <a:ext cx="3709416" cy="1568196"/>
          </a:xfrm>
          <a:prstGeom prst="rect">
            <a:avLst/>
          </a:prstGeom>
          <a:solidFill>
            <a:srgbClr val="F3F0FF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349496" y="3017520"/>
            <a:ext cx="3489960" cy="14218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C1D9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정기보험 (10년납)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C1D9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40세 여성, 10년만기, 준비금 포함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13776" y="2944368"/>
            <a:ext cx="3709416" cy="1568196"/>
          </a:xfrm>
          <a:prstGeom prst="rect">
            <a:avLst/>
          </a:prstGeom>
          <a:solidFill>
            <a:srgbClr val="F3F0FF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223504" y="3017520"/>
            <a:ext cx="3489960" cy="14218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C1D9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암보험 (20년만기)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C1D9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35세 남성, 성별·나이별 위험률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604004"/>
            <a:ext cx="3709416" cy="1568196"/>
          </a:xfrm>
          <a:prstGeom prst="rect">
            <a:avLst/>
          </a:prstGeom>
          <a:solidFill>
            <a:srgbClr val="F3F0FF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75488" y="4677156"/>
            <a:ext cx="3489960" cy="14218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C1D9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연금보험 (65세 개시)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C1D9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45세 여성, 생존급부 위주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239768" y="4604004"/>
            <a:ext cx="3709416" cy="1568196"/>
          </a:xfrm>
          <a:prstGeom prst="rect">
            <a:avLst/>
          </a:prstGeom>
          <a:solidFill>
            <a:srgbClr val="F3F0FF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349496" y="4677156"/>
            <a:ext cx="3489960" cy="14218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C1D9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요율 보정 종신보험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C1D9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보정계수 1.2 적용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113776" y="4604004"/>
            <a:ext cx="3709416" cy="1568196"/>
          </a:xfrm>
          <a:prstGeom prst="rect">
            <a:avLst/>
          </a:prstGeom>
          <a:solidFill>
            <a:srgbClr val="F3F0FF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223504" y="4677156"/>
            <a:ext cx="3489960" cy="14218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C1D9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나이별 시나리오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C1D9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30~50세 가입연령 비교 산출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 보험료 산출 결과 &amp; AI 결과 해석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11457432" cy="310896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실행 후 순보험료·영업보험료·준비금을 확인하고 AI로 자동 해석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26464"/>
            <a:ext cx="5646420" cy="2327148"/>
          </a:xfrm>
          <a:prstGeom prst="rect">
            <a:avLst/>
          </a:prstGeom>
          <a:solidFill>
            <a:srgbClr val="ECFDF5"/>
          </a:solidFill>
          <a:ln w="1524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5372100" cy="81450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💰  순보험료 프리뷰 (NetPremiumPreviewModal)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2405558"/>
            <a:ext cx="5372100" cy="123832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Run All 실행 후 순보험료 계산 결과 표 표시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연령별·성별 순보험료 행렬 확인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"AI로 결과 해석하기" 버튼으로 Gemini 해석 요청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6772" y="1426464"/>
            <a:ext cx="5646420" cy="2327148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313932" y="1536192"/>
            <a:ext cx="5372100" cy="81450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🤖  AI 결과 해석 (Gemini 2.5 Flash)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13932" y="2405558"/>
            <a:ext cx="5372100" cy="123832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산출된 보험료 수치를 자연어로 설명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이율·위험률·납입기간의 영향 분석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마크다운 형식으로 구조화된 해석 제공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845052"/>
            <a:ext cx="5646420" cy="2327148"/>
          </a:xfrm>
          <a:prstGeom prst="rect">
            <a:avLst/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" y="3954780"/>
            <a:ext cx="5372100" cy="81450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📈  영업보험료 &amp; 준비금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" y="4824146"/>
            <a:ext cx="5372100" cy="123832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GrossPremiumCalculator — 부가보험료율 적용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ReserveCalculator — 납입기간별 준비금 산출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AdditionalVariables 프리뷰로 중간값 확인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76772" y="3845052"/>
            <a:ext cx="5646420" cy="2327148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313932" y="3954780"/>
            <a:ext cx="5372100" cy="81450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📊  PPT 슬라이드 리포트 자동 생성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13932" y="4824146"/>
            <a:ext cx="5372100" cy="123832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산출 결과를 즉시 PPT로 내보내기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파이프라인 구조·파라미터·결과 포함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SlideReport 버튼 클릭 한 번으로 완성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 시나리오 분석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11457432" cy="310896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복수 조건을 자동으로 반복 산출하고 결과를 비교 분석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26464"/>
            <a:ext cx="3709416" cy="4745736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435096" cy="132880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🎛️  Scenario Runner 모듈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2956438"/>
            <a:ext cx="3435096" cy="308774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가입연령·성별·보험기간·납입기간 등 파라미터를 범위/목록으로 지정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조건 조합별로 파이프라인 자동 반복 실행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조합 수 제한 없이 일괄 산출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39768" y="1426464"/>
            <a:ext cx="3709416" cy="4745736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376928" y="1554480"/>
            <a:ext cx="3435096" cy="132880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📋  결과 비교 &amp; 실행 로그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76928" y="2956438"/>
            <a:ext cx="3435096" cy="308774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시나리오별 순보험료·영업보험료 결과 행렬 표시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Pipeline Execution Modal — 단계별 실행 로그 확인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오류 발생 시 해당 모듈 즉시 식별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13776" y="1426464"/>
            <a:ext cx="3709416" cy="4745736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250936" y="1554480"/>
            <a:ext cx="3435096" cy="132880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🔧  Policy Setup Modal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50936" y="2956438"/>
            <a:ext cx="3435096" cy="308774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증권 기본 정보 (연령·성별·이율·기간) UI로 한번에 설정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설정 적용 → DefinePolicyInfo 모듈 자동 업데이트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시나리오 시작 전 빠른 초기값 세팅에 최적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  샘플 &amp; 저장 관리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11457432" cy="310896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자주 사용하는 파이프라인을 저장하고 팀과 공유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26464"/>
            <a:ext cx="5646420" cy="2327148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5372100" cy="83777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📁  로컬 저장 &amp; 불러오기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2920" y="2428829"/>
            <a:ext cx="5372100" cy="121505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.lifx 파일로 파이프라인 전체 내보내기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Load 버튼으로 이전 작업 즉시 복원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Set Folder로 저장 경로 지정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6772" y="1426464"/>
            <a:ext cx="5646420" cy="2327148"/>
          </a:xfrm>
          <a:prstGeom prst="rect">
            <a:avLst/>
          </a:prstGeom>
          <a:solidFill>
            <a:srgbClr val="ECFDF5"/>
          </a:solidFill>
          <a:ln w="1524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313932" y="1536192"/>
            <a:ext cx="5372100" cy="83777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🌐  Supabase 공유 샘플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313932" y="2428829"/>
            <a:ext cx="5372100" cy="121505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Samples 버튼 → 공유 샘플 목록 브라우징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샘플 클릭 → 즉시 파이프라인 로드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관리 화면에서 신규 샘플 추가·삭제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845052"/>
            <a:ext cx="5646420" cy="2327148"/>
          </a:xfrm>
          <a:prstGeom prst="rect">
            <a:avLst/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" y="3954780"/>
            <a:ext cx="5372100" cy="83777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💼  My Work (개인 작업)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02920" y="4847417"/>
            <a:ext cx="5372100" cy="121505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개인 작업 저장 공간 별도 관리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로컬 파일 기반으로 오프라인에서도 접근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파이프라인 이름·메타데이터 편집 가능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76772" y="3845052"/>
            <a:ext cx="5646420" cy="2327148"/>
          </a:xfrm>
          <a:prstGeom prst="rect">
            <a:avLst/>
          </a:prstGeom>
          <a:solidFill>
            <a:srgbClr val="F9FAFB"/>
          </a:solidFill>
          <a:ln w="1524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313932" y="3954780"/>
            <a:ext cx="5372100" cy="83777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🏷️  탭 &amp; 다크 모드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13932" y="4847417"/>
            <a:ext cx="5372100" cy="121505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여러 탭에 독립 파이프라인 동시 관리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탭 이름·색상 커스터마이징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다크 / 라이트 테마 토글 지원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  기술 스택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3709416" cy="2528316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84632" y="1115568"/>
            <a:ext cx="3471672" cy="329184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⚛️  프론트엔드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" y="1481328"/>
            <a:ext cx="3471672" cy="19796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React 19 + TypeScript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Vite (빌드 도구)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Tailwind CSS (스타일링)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pptxgenjs (PPT 생성)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39768" y="1024128"/>
            <a:ext cx="3709416" cy="2528316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358640" y="1115568"/>
            <a:ext cx="3471672" cy="329184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🤖  AI / 외부 서비스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58640" y="1481328"/>
            <a:ext cx="3471672" cy="19796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Google Gemini 2.5 Flash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@google/genai SDK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Supabase (공유 샘플 DB)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Supabase RLS (보안)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13776" y="1024128"/>
            <a:ext cx="3709416" cy="2528316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32648" y="1115568"/>
            <a:ext cx="3471672" cy="329184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📊  데이터 처리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32648" y="1481328"/>
            <a:ext cx="3471672" cy="19796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xlsx (엑셀 파싱)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mammoth (DOCX → MD)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better-sqlite3 (로컬 DB)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Custom DSL Parser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643884"/>
            <a:ext cx="3709416" cy="2528316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84632" y="3735324"/>
            <a:ext cx="3471672" cy="329184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🖥️  백엔드 / 서버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" y="4101084"/>
            <a:ext cx="3471672" cy="19796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Express.js (로컬 서버)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multer (파일 업로드)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Node.js v22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Render (배포)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39768" y="3643884"/>
            <a:ext cx="3709416" cy="252831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358640" y="3735324"/>
            <a:ext cx="3471672" cy="329184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🔧  개발 도구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58640" y="4101084"/>
            <a:ext cx="3471672" cy="19796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pnpm (패키지 매니저)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ESLint + TypeScript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concurrently (dev 서버)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Git (버전 관리)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13776" y="3643884"/>
            <a:ext cx="3709416" cy="252831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232648" y="3735324"/>
            <a:ext cx="3471672" cy="329184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🧰  핵심 유틸리티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32648" y="4101084"/>
            <a:ext cx="3471672" cy="19796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markdownModelParser (DSL 파싱)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pipelineBuilder (모듈 생성)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useHistoryState (Undo/Redo)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moduleDefaults (기본값 관리)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243F6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243F6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보험료 자동 산출</a:t>
            </a:r>
            <a:endParaRPr lang="en-US" sz="4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빌더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31546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A5C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 비주얼 파이프라인 빌더 — 드래그&amp;드롭으로 직관적 구성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A5C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 Gemini AI 파이프라인 생성 — 자연어 입력으로 즉시 자동화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42519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A5C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 순보험료·영업보험료·준비금 일괄 자동 산출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48006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A5C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 시나리오 분석 · AI 결과 해석 · PPT 리포트 자동 생성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바이브코딩랩 · Life Matrix Flow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1410</Words>
  <Application>Microsoft Office PowerPoint</Application>
  <PresentationFormat>와이드스크린</PresentationFormat>
  <Paragraphs>283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Noto Sans KR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보험료 자동 산출 파이프라인 빌더</dc:title>
  <dc:subject>PptxGenJS Presentation</dc:subject>
  <dc:creator>PptxGenJS</dc:creator>
  <cp:lastModifiedBy>태교 인</cp:lastModifiedBy>
  <cp:revision>3</cp:revision>
  <dcterms:created xsi:type="dcterms:W3CDTF">2026-04-07T23:57:15Z</dcterms:created>
  <dcterms:modified xsi:type="dcterms:W3CDTF">2026-04-08T00:12:04Z</dcterms:modified>
</cp:coreProperties>
</file>